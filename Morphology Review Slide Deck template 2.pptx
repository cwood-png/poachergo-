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6" r:id="rId6"/>
    <p:sldId id="257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6BDA22-0AAC-654B-AC4E-601B4A65A3E7}">
          <p14:sldIdLst>
            <p14:sldId id="256"/>
          </p14:sldIdLst>
        </p14:section>
        <p14:section name="Prefixes" id="{46FD527F-D0FD-DD49-8C74-89CC1AACBE17}">
          <p14:sldIdLst>
            <p14:sldId id="266"/>
            <p14:sldId id="257"/>
          </p14:sldIdLst>
        </p14:section>
        <p14:section name="Root/Base" id="{3B16D773-BBAB-7F44-AF31-C00190B162A9}">
          <p14:sldIdLst>
            <p14:sldId id="260"/>
            <p14:sldId id="261"/>
          </p14:sldIdLst>
        </p14:section>
        <p14:section name="Suffixes" id="{225CEB56-C17F-7541-9F9C-608783B8F1E8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/>
    <p:restoredTop sz="94719"/>
  </p:normalViewPr>
  <p:slideViewPr>
    <p:cSldViewPr snapToGrid="0">
      <p:cViewPr varScale="1">
        <p:scale>
          <a:sx n="137" d="100"/>
          <a:sy n="137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CBB3-5E10-7613-41AC-904B1B3AA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B807F-ABF5-5A97-9A7B-0F6AB288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2715-6483-0326-FF0D-7A57F060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4D41-7910-9BA9-5D54-F1540EC5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AFE3-077B-9201-D433-9B56EC3F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54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0239-801B-AEFF-D35A-5554C50E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F767C-2CC6-7282-012E-A7F48B40E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594BA-9EC7-907C-B137-AE3C0AA9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96499-B146-15AA-C278-C46B490F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5F0CE-4FDA-87AE-728E-5F66D9CC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27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2887-2FEA-2C71-85AB-77F1146A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43204-A323-1F5E-8F32-86DCE5189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69695-45A2-FA3D-B6CC-967F19E3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2000-C83C-A6C6-0CEF-BD9856FA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5AD0-BBB2-42A4-EF90-24E30403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212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6AD9-72F6-4FF4-2922-C0D2CC70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151B8-28E5-C746-9671-AD5ECBE27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1859F-0E22-6333-3E73-2E2E052E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DEC93-911B-B7C5-15C3-342CE50D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52C0F-2E62-8511-BA90-AE9E101A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AC426-60E6-D555-9FDF-18B363CE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40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5B17-D44D-8926-E612-EDD0B549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0E33-5B81-23AF-EB05-6D94B764C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071D8-DEAD-2E65-8A10-60269B672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E1AAE-F3BA-6E40-02B2-C8A895368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E2677-9EE1-0C69-C2B0-EBAE1BB32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F9B50-CF44-4BFD-03D0-A8336E0F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F527B-3197-6AF3-BF52-D73B8D84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C84F1-C54F-3E95-D3A4-C95A764B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98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1E10-B914-409B-966F-9ABA76EC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8347A-89FA-0D63-E059-21E7D425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09866-5F8B-14C1-D45F-BE55A517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B2863-BF15-DC8A-F0E1-A1732413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47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B7E4D-B491-478A-8BDD-2EE670F1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0901D-FFAE-029A-6E01-5BDEF70D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AE66A-AD99-0064-A2A9-87BBBE02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4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EF20-E788-6F5C-5247-D12C8D15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A984F-AAB8-7451-46D7-7EB3C796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52621-B0F2-117F-4A22-F93DE5BD4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12A44-CE85-799D-CFFF-82376134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74D57-3838-76B2-4C76-2DB9DDF1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469B9-350E-5C63-E7D4-0A1346E9F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15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DB0C-6F1F-C4F1-E854-ABBA400E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A4751-D39D-5F01-131C-28A5EA886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CF635-894A-A75A-D95E-C7EAB6495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94585-2A4C-91E4-BCF1-A1C09DE8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129D-27F7-30F1-B7BE-90B7F65E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09549-50C0-6F17-1864-BF66ACD3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99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C654-B102-310D-7B9D-315177EA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94551-84DE-F4FE-8978-7C5C4176B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9C97-C3DD-4B56-520C-41F5DB92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2456-49BE-0024-F237-E05F43D8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04977-EEB3-51B6-C00F-72B4D23B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2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3633D-C284-DAB6-7B09-FB1807367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9931C-9289-E8A9-D149-742B026E8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8C9F0-FA9B-50A3-7EB8-C18523B0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4110-1FBC-DC49-50ED-92AEEEE6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FA3D8-5EB5-98E2-B00B-9E4B8CB2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63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591A1-DFD7-2A94-FDE7-7B78E131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ED9B-C90B-7665-C502-0256D196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4103B-B5AE-8857-AC74-63C4C1581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753A3-9D8A-A24D-9B75-E24CAC6E5181}" type="datetimeFigureOut">
              <a:rPr lang="en-AU" smtClean="0"/>
              <a:t>19/11/2025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8689D-CACF-69CE-434E-D3EC17FC8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010BC-2D84-078F-66F7-1848F6D41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90ABB-49B1-ED47-A3CB-78B816F23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814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epetition-symbol-icon-again-arrow-90983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ea-harbour-boat-crane-80404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lingualsite.blogspot.com/2012/02/past-tense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10A9-4659-DB6B-0C2D-44B48184B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aseline="-25000" dirty="0"/>
              <a:t>Morphology Review Slide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C0A44-EC88-F160-4256-F332B77E5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386" y="3843951"/>
            <a:ext cx="9144000" cy="1655762"/>
          </a:xfrm>
        </p:spPr>
        <p:txBody>
          <a:bodyPr/>
          <a:lstStyle/>
          <a:p>
            <a:r>
              <a:rPr lang="en-AU" dirty="0"/>
              <a:t>By Charlie wood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8D359-119B-C023-2E20-4461ACF96928}"/>
              </a:ext>
            </a:extLst>
          </p:cNvPr>
          <p:cNvSpPr/>
          <p:nvPr/>
        </p:nvSpPr>
        <p:spPr>
          <a:xfrm>
            <a:off x="0" y="0"/>
            <a:ext cx="12192000" cy="68781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4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44E20-F01F-E502-3DF9-F9B7ED60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9F7A-0D0C-2D03-4E49-FDBB6685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Insert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F5786-680D-6D3C-A12C-98005357E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Meaning/Function</a:t>
            </a:r>
          </a:p>
          <a:p>
            <a:r>
              <a:rPr lang="en-AU" dirty="0"/>
              <a:t>Against or opposite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2CAFD8-487A-2282-108D-C4E3D850A20A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Example used in a sentence</a:t>
            </a:r>
          </a:p>
          <a:p>
            <a:r>
              <a:rPr lang="en-AU" dirty="0"/>
              <a:t>The lonely man was antisocial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6BF523-CECD-13FD-F6D6-C4FE93BDE150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Words (5-10) containing the root/base</a:t>
            </a:r>
          </a:p>
          <a:p>
            <a:r>
              <a:rPr lang="en-AU" dirty="0"/>
              <a:t>Antibiotic </a:t>
            </a:r>
          </a:p>
          <a:p>
            <a:r>
              <a:rPr lang="en-AU" dirty="0"/>
              <a:t>Antidote </a:t>
            </a:r>
          </a:p>
          <a:p>
            <a:r>
              <a:rPr lang="en-AU" dirty="0"/>
              <a:t>Anticipate </a:t>
            </a:r>
          </a:p>
          <a:p>
            <a:r>
              <a:rPr lang="en-AU" dirty="0"/>
              <a:t>Anti abuse </a:t>
            </a:r>
          </a:p>
          <a:p>
            <a:r>
              <a:rPr lang="en-AU" dirty="0" err="1"/>
              <a:t>Antiair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580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34-2953-E298-3BC7-51FBDEC6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A2ED-75FA-B4A5-F0F4-03C0E63BE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Do it again, back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EB7ABE-2CB9-00A5-1E3A-63BAC839D64A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I had to redo my homework because my dog ate it.	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554913-3BF4-A568-8AE1-6AFD77371A7B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Redo</a:t>
            </a:r>
          </a:p>
          <a:p>
            <a:r>
              <a:rPr lang="en-AU" dirty="0"/>
              <a:t>Replay</a:t>
            </a:r>
          </a:p>
          <a:p>
            <a:r>
              <a:rPr lang="en-AU" dirty="0"/>
              <a:t>Reassign</a:t>
            </a:r>
          </a:p>
          <a:p>
            <a:r>
              <a:rPr lang="en-AU" dirty="0"/>
              <a:t>Respect</a:t>
            </a:r>
          </a:p>
          <a:p>
            <a:r>
              <a:rPr lang="en-AU" dirty="0"/>
              <a:t>Reschedule</a:t>
            </a:r>
          </a:p>
          <a:p>
            <a:r>
              <a:rPr lang="en-AU" dirty="0"/>
              <a:t>Return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7" name="Picture 6" descr="A green circle with a white arrow in the center&#10;&#10;AI-generated content may be incorrect.">
            <a:extLst>
              <a:ext uri="{FF2B5EF4-FFF2-40B4-BE49-F238E27FC236}">
                <a16:creationId xmlns:a16="http://schemas.microsoft.com/office/drawing/2014/main" id="{7D2BF2BB-3581-D69D-D993-2CBEE5E86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198" y="3582555"/>
            <a:ext cx="2721763" cy="27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1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373E-5843-FC08-E604-D3E7ABD1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4FDF-4843-E74F-4B24-6B110780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Insert root/base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BC1C-4BF1-CDF6-29BF-4174723D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Meaning/Function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E27F3F-0D87-D614-3109-68BBD5086B59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Example used in a sentence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6415DD-AB91-15E4-51A6-5C4CC913B781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Words (5-10) containing the root/base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8E34D4-5990-C771-E00B-82C159931EFD}"/>
              </a:ext>
            </a:extLst>
          </p:cNvPr>
          <p:cNvSpPr txBox="1">
            <a:spLocks/>
          </p:cNvSpPr>
          <p:nvPr/>
        </p:nvSpPr>
        <p:spPr>
          <a:xfrm>
            <a:off x="921152" y="1018572"/>
            <a:ext cx="4380053" cy="65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/>
              <a:t>Insert Origin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EE4D6B-FF2D-89DB-9699-9DB14966439D}"/>
              </a:ext>
            </a:extLst>
          </p:cNvPr>
          <p:cNvSpPr txBox="1">
            <a:spLocks/>
          </p:cNvSpPr>
          <p:nvPr/>
        </p:nvSpPr>
        <p:spPr>
          <a:xfrm>
            <a:off x="5483506" y="1018571"/>
            <a:ext cx="4380053" cy="65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/>
              <a:t>Free/bound</a:t>
            </a:r>
          </a:p>
        </p:txBody>
      </p:sp>
    </p:spTree>
    <p:extLst>
      <p:ext uri="{BB962C8B-B14F-4D97-AF65-F5344CB8AC3E}">
        <p14:creationId xmlns:p14="http://schemas.microsoft.com/office/powerpoint/2010/main" val="66398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D0C7-43D9-7079-032E-C9214444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9B29-B5DD-7F1A-ABB5-574F35D7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DA90-C5FD-60AE-C0F6-45B64E1F3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To carry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DDF973-F0F0-960F-4840-A1A2AAE3143A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Many items purchased from </a:t>
            </a:r>
            <a:r>
              <a:rPr lang="en-AU" dirty="0" err="1"/>
              <a:t>Temu</a:t>
            </a:r>
            <a:r>
              <a:rPr lang="en-AU" dirty="0"/>
              <a:t> are imported from China.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E112B5-B6A2-8AC3-2A23-5C497421D899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Import</a:t>
            </a:r>
          </a:p>
          <a:p>
            <a:r>
              <a:rPr lang="en-AU" dirty="0"/>
              <a:t>Export</a:t>
            </a:r>
          </a:p>
          <a:p>
            <a:r>
              <a:rPr lang="en-AU" dirty="0"/>
              <a:t>Deport</a:t>
            </a:r>
          </a:p>
          <a:p>
            <a:r>
              <a:rPr lang="en-AU" dirty="0"/>
              <a:t>Portable</a:t>
            </a:r>
          </a:p>
          <a:p>
            <a:r>
              <a:rPr lang="en-AU" dirty="0"/>
              <a:t>Passport</a:t>
            </a:r>
          </a:p>
          <a:p>
            <a:r>
              <a:rPr lang="en-AU" dirty="0"/>
              <a:t>Port</a:t>
            </a:r>
          </a:p>
          <a:p>
            <a:r>
              <a:rPr lang="en-AU" dirty="0"/>
              <a:t>Airport</a:t>
            </a:r>
          </a:p>
          <a:p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37D129-B990-D96B-78D7-3423B86AA2CD}"/>
              </a:ext>
            </a:extLst>
          </p:cNvPr>
          <p:cNvSpPr txBox="1">
            <a:spLocks/>
          </p:cNvSpPr>
          <p:nvPr/>
        </p:nvSpPr>
        <p:spPr>
          <a:xfrm>
            <a:off x="921152" y="1018572"/>
            <a:ext cx="4380053" cy="65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/>
              <a:t>Latin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10A2F3-938D-B085-8539-3F9D3A232CD1}"/>
              </a:ext>
            </a:extLst>
          </p:cNvPr>
          <p:cNvSpPr txBox="1">
            <a:spLocks/>
          </p:cNvSpPr>
          <p:nvPr/>
        </p:nvSpPr>
        <p:spPr>
          <a:xfrm>
            <a:off x="6328458" y="1018571"/>
            <a:ext cx="4380053" cy="65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/>
              <a:t>Free and Bound</a:t>
            </a:r>
          </a:p>
        </p:txBody>
      </p:sp>
      <p:pic>
        <p:nvPicPr>
          <p:cNvPr id="10" name="Picture 9" descr="A port with many containers&#10;&#10;AI-generated content may be incorrect.">
            <a:extLst>
              <a:ext uri="{FF2B5EF4-FFF2-40B4-BE49-F238E27FC236}">
                <a16:creationId xmlns:a16="http://schemas.microsoft.com/office/drawing/2014/main" id="{466CF316-49CB-BF25-22D9-86ED91F94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9652" y="3671929"/>
            <a:ext cx="4231049" cy="282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4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4FB8-EEB2-72A7-06F0-1A3046DA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02A-BFE4-6EAA-585A-35FB9098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Insert suffix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2E88-8E07-1F1E-6C2D-3DFC1DD70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Meaning/Function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E9694-F179-5750-0CF5-8A66F57A1F86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Example used in a sentence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18D4C7-A518-02B8-5CE7-9A4903D51BEB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Words (5-10) containing the root/base</a:t>
            </a:r>
          </a:p>
        </p:txBody>
      </p:sp>
    </p:spTree>
    <p:extLst>
      <p:ext uri="{BB962C8B-B14F-4D97-AF65-F5344CB8AC3E}">
        <p14:creationId xmlns:p14="http://schemas.microsoft.com/office/powerpoint/2010/main" val="137610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A6E7-8C59-2C39-881E-DB49DE31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7FD-F713-4206-F04B-B68D0513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3447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-ed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5D4C-2DE4-F165-6999-9EE598E47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351836" cy="4351338"/>
          </a:xfrm>
        </p:spPr>
        <p:txBody>
          <a:bodyPr/>
          <a:lstStyle/>
          <a:p>
            <a:r>
              <a:rPr lang="en-AU" dirty="0"/>
              <a:t>Past tense, already happened.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D2D129-5B7A-5107-0F9D-E342A3B7EF86}"/>
              </a:ext>
            </a:extLst>
          </p:cNvPr>
          <p:cNvSpPr txBox="1">
            <a:spLocks/>
          </p:cNvSpPr>
          <p:nvPr/>
        </p:nvSpPr>
        <p:spPr>
          <a:xfrm>
            <a:off x="4069465" y="1825625"/>
            <a:ext cx="3351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There was not toilet paper left as people when crazy and purchased it all before the cyclone hit.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C81DBA-C37D-7F78-EF49-0EC447A3E48E}"/>
              </a:ext>
            </a:extLst>
          </p:cNvPr>
          <p:cNvSpPr txBox="1">
            <a:spLocks/>
          </p:cNvSpPr>
          <p:nvPr/>
        </p:nvSpPr>
        <p:spPr>
          <a:xfrm>
            <a:off x="7421300" y="1825625"/>
            <a:ext cx="37829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Played</a:t>
            </a:r>
          </a:p>
          <a:p>
            <a:r>
              <a:rPr lang="en-AU" dirty="0"/>
              <a:t>Purchased</a:t>
            </a:r>
          </a:p>
          <a:p>
            <a:r>
              <a:rPr lang="en-AU" dirty="0"/>
              <a:t>Tuned</a:t>
            </a:r>
          </a:p>
          <a:p>
            <a:r>
              <a:rPr lang="en-AU" dirty="0"/>
              <a:t>Talked</a:t>
            </a:r>
          </a:p>
          <a:p>
            <a:r>
              <a:rPr lang="en-AU" dirty="0"/>
              <a:t>Dived</a:t>
            </a:r>
          </a:p>
          <a:p>
            <a:r>
              <a:rPr lang="en-AU" dirty="0"/>
              <a:t>Scored</a:t>
            </a:r>
          </a:p>
          <a:p>
            <a:r>
              <a:rPr lang="en-AU" dirty="0"/>
              <a:t>Rehearsed </a:t>
            </a:r>
          </a:p>
        </p:txBody>
      </p:sp>
      <p:pic>
        <p:nvPicPr>
          <p:cNvPr id="7" name="Picture 6" descr="A cartoon characters with different expressions&#10;&#10;AI-generated content may be incorrect.">
            <a:extLst>
              <a:ext uri="{FF2B5EF4-FFF2-40B4-BE49-F238E27FC236}">
                <a16:creationId xmlns:a16="http://schemas.microsoft.com/office/drawing/2014/main" id="{D66C76E0-9B14-903B-F52B-CBC76F1F4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622236"/>
            <a:ext cx="4299703" cy="29829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025302-CD23-9D93-908D-318D87754818}"/>
              </a:ext>
            </a:extLst>
          </p:cNvPr>
          <p:cNvSpPr txBox="1"/>
          <p:nvPr/>
        </p:nvSpPr>
        <p:spPr>
          <a:xfrm>
            <a:off x="93307" y="6492875"/>
            <a:ext cx="320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3" tooltip="https://bilingualsite.blogspot.com/2012/02/past-tense.html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4" tooltip="https://creativecommons.org/licenses/by-nc-sa/3.0/"/>
              </a:rPr>
              <a:t>CC BY-SA-NC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209104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CE3301C0E772418E0357BD3AE4861A" ma:contentTypeVersion="18" ma:contentTypeDescription="Create a new document." ma:contentTypeScope="" ma:versionID="f0e5ef221d60ba96264c3b79e5f2573a">
  <xsd:schema xmlns:xsd="http://www.w3.org/2001/XMLSchema" xmlns:xs="http://www.w3.org/2001/XMLSchema" xmlns:p="http://schemas.microsoft.com/office/2006/metadata/properties" xmlns:ns2="303cff08-2718-4e72-a9aa-d2a95400861f" xmlns:ns3="735f0e34-1046-4dad-bd24-f9c86694c44b" targetNamespace="http://schemas.microsoft.com/office/2006/metadata/properties" ma:root="true" ma:fieldsID="f2e710e353bfe00479837e3f994a08d0" ns2:_="" ns3:_="">
    <xsd:import namespace="303cff08-2718-4e72-a9aa-d2a95400861f"/>
    <xsd:import namespace="735f0e34-1046-4dad-bd24-f9c86694c4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3cff08-2718-4e72-a9aa-d2a9540086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0fa395-1eb3-444c-bb39-c58e5be5e1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f0e34-1046-4dad-bd24-f9c86694c44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7d9619c-a728-460b-a5c1-efc73268b0a8}" ma:internalName="TaxCatchAll" ma:showField="CatchAllData" ma:web="735f0e34-1046-4dad-bd24-f9c86694c4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5f0e34-1046-4dad-bd24-f9c86694c44b" xsi:nil="true"/>
    <lcf76f155ced4ddcb4097134ff3c332f xmlns="303cff08-2718-4e72-a9aa-d2a95400861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F3D323-20D0-47D1-8E2A-55B82165ED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1068F9-3154-4E62-A568-8C2BAF00586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03cff08-2718-4e72-a9aa-d2a95400861f"/>
    <ds:schemaRef ds:uri="735f0e34-1046-4dad-bd24-f9c86694c44b"/>
  </ds:schemaRefs>
</ds:datastoreItem>
</file>

<file path=customXml/itemProps3.xml><?xml version="1.0" encoding="utf-8"?>
<ds:datastoreItem xmlns:ds="http://schemas.openxmlformats.org/officeDocument/2006/customXml" ds:itemID="{84490269-C9F0-4FF6-AB07-15818DDAC147}">
  <ds:schemaRefs>
    <ds:schemaRef ds:uri="http://schemas.microsoft.com/office/2006/metadata/properties"/>
    <ds:schemaRef ds:uri="http://www.w3.org/2000/xmlns/"/>
    <ds:schemaRef ds:uri="735f0e34-1046-4dad-bd24-f9c86694c44b"/>
    <ds:schemaRef ds:uri="http://www.w3.org/2001/XMLSchema-instance"/>
    <ds:schemaRef ds:uri="303cff08-2718-4e72-a9aa-d2a95400861f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172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Morphology Review Slide Deck</vt:lpstr>
      <vt:lpstr>Insert prefix</vt:lpstr>
      <vt:lpstr>re</vt:lpstr>
      <vt:lpstr>Insert root/base here</vt:lpstr>
      <vt:lpstr>Port</vt:lpstr>
      <vt:lpstr>Insert suffix</vt:lpstr>
      <vt:lpstr>-ed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Morphology Review Slide Deck</dc:title>
  <dc:creator>Larry Hay</dc:creator>
  <cp:lastModifiedBy>Microsoft Office User</cp:lastModifiedBy>
  <cp:revision>4</cp:revision>
  <dcterms:created xsi:type="dcterms:W3CDTF">2025-03-13T00:09:51Z</dcterms:created>
  <dcterms:modified xsi:type="dcterms:W3CDTF">2025-11-18T23:48:06Z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0x01010070CE3301C0E772418E0357BD3AE4861A</vt:lpwstr>
  </property>
</Properties>
</file>